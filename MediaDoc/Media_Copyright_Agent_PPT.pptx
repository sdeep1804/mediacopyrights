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Media Copyright Query Resolution Agent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TCS AI Fridays Hackathon – Final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Media companies face complex copyright rules.</a:t>
            </a:r>
          </a:p>
          <a:p>
            <a:r>
              <a:t>Content creators need quick and accurate answers about usage rights.</a:t>
            </a:r>
          </a:p>
          <a:p>
            <a:r>
              <a:t>Solution: Build an AI agent to simplify copyright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 agent that answers copyright questions in simple language.</a:t>
            </a:r>
          </a:p>
          <a:p>
            <a:r>
              <a:t>• Uses copyright laws, media policies, and licensing documents.</a:t>
            </a:r>
          </a:p>
          <a:p>
            <a:r>
              <a:t>• Searches documents and generates clear guidance + recommended actions.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Store copyright rules and company policies.</a:t>
            </a:r>
          </a:p>
          <a:p>
            <a:r>
              <a:t>2. AI searches relevant information.</a:t>
            </a:r>
          </a:p>
          <a:p>
            <a:r>
              <a:t>3. AI generates a simple explanation + allowed/not allowed.</a:t>
            </a:r>
          </a:p>
          <a:p>
            <a:r>
              <a:t>4. Provides recommended next steps.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(Simplified)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Document Loader: Reads .txt files</a:t>
            </a:r>
          </a:p>
          <a:p>
            <a:r>
              <a:t>• Search Engine: AI-based matching</a:t>
            </a:r>
          </a:p>
          <a:p>
            <a:r>
              <a:t>• Answer Generator: Uses OpenAI model</a:t>
            </a:r>
          </a:p>
          <a:p>
            <a:r>
              <a:t>• Output: Explanation, Permission, Actions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Q: Can I use 20 seconds of a song in a YouTube video?</a:t>
            </a:r>
          </a:p>
          <a:p/>
          <a:p>
            <a:r>
              <a:t>AI Output:</a:t>
            </a:r>
          </a:p>
          <a:p>
            <a:r>
              <a:t>• Not allowed without permission.</a:t>
            </a:r>
          </a:p>
          <a:p>
            <a:r>
              <a:t>• Get a license or use royalty-free music.</a:t>
            </a:r>
          </a:p>
          <a:p>
            <a:r>
              <a:t>• Clear steps for compliance.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Fast and reliable copyright answers.</a:t>
            </a:r>
          </a:p>
          <a:p>
            <a:r>
              <a:t>• Reduces manual legal checking.</a:t>
            </a:r>
          </a:p>
          <a:p>
            <a:r>
              <a:t>• Helps creators avoid copyright strikes.</a:t>
            </a:r>
          </a:p>
          <a:p>
            <a:r>
              <a:t>• Consistent, easy-to-understand responses.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 UI for interactive chat.</a:t>
            </a:r>
          </a:p>
          <a:p>
            <a:r>
              <a:t>• Real-time license checking.</a:t>
            </a:r>
          </a:p>
          <a:p>
            <a:r>
              <a:t>• Integration with media tools.</a:t>
            </a:r>
          </a:p>
          <a:p>
            <a:r>
              <a:t>• Multi-language support.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Team-5 | TCS AI Fridays Hackathon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